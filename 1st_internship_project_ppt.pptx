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84" r:id="rId11"/>
    <p:sldId id="279" r:id="rId12"/>
    <p:sldId id="286" r:id="rId13"/>
    <p:sldId id="285" r:id="rId14"/>
    <p:sldId id="280" r:id="rId15"/>
    <p:sldId id="281" r:id="rId16"/>
    <p:sldId id="283" r:id="rId17"/>
    <p:sldId id="282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1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136AA7-C176-482E-A1BB-3B1161FD589C}" v="3" dt="2026-05-15T19:33:11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sree mathpati" userId="d18b581d820ad13f" providerId="LiveId" clId="{B73305BD-332D-4B66-8F3D-4D43A368B93E}"/>
    <pc:docChg chg="undo custSel modSld">
      <pc:chgData name="Divyasree mathpati" userId="d18b581d820ad13f" providerId="LiveId" clId="{B73305BD-332D-4B66-8F3D-4D43A368B93E}" dt="2026-05-15T19:35:59.615" v="134" actId="5793"/>
      <pc:docMkLst>
        <pc:docMk/>
      </pc:docMkLst>
      <pc:sldChg chg="modSp mod">
        <pc:chgData name="Divyasree mathpati" userId="d18b581d820ad13f" providerId="LiveId" clId="{B73305BD-332D-4B66-8F3D-4D43A368B93E}" dt="2026-05-15T19:35:59.615" v="134" actId="5793"/>
        <pc:sldMkLst>
          <pc:docMk/>
          <pc:sldMk cId="2359049829" sldId="274"/>
        </pc:sldMkLst>
        <pc:spChg chg="mod">
          <ac:chgData name="Divyasree mathpati" userId="d18b581d820ad13f" providerId="LiveId" clId="{B73305BD-332D-4B66-8F3D-4D43A368B93E}" dt="2026-05-15T19:35:59.615" v="134" actId="5793"/>
          <ac:spMkLst>
            <pc:docMk/>
            <pc:sldMk cId="2359049829" sldId="274"/>
            <ac:spMk id="3" creationId="{00000000-0000-0000-0000-000000000000}"/>
          </ac:spMkLst>
        </pc:spChg>
      </pc:sldChg>
      <pc:sldChg chg="modSp mod">
        <pc:chgData name="Divyasree mathpati" userId="d18b581d820ad13f" providerId="LiveId" clId="{B73305BD-332D-4B66-8F3D-4D43A368B93E}" dt="2026-05-15T19:35:52.684" v="131" actId="5793"/>
        <pc:sldMkLst>
          <pc:docMk/>
          <pc:sldMk cId="2731432756" sldId="275"/>
        </pc:sldMkLst>
        <pc:spChg chg="mod">
          <ac:chgData name="Divyasree mathpati" userId="d18b581d820ad13f" providerId="LiveId" clId="{B73305BD-332D-4B66-8F3D-4D43A368B93E}" dt="2026-05-15T19:35:52.684" v="131" actId="5793"/>
          <ac:spMkLst>
            <pc:docMk/>
            <pc:sldMk cId="2731432756" sldId="275"/>
            <ac:spMk id="3" creationId="{00000000-0000-0000-0000-000000000000}"/>
          </ac:spMkLst>
        </pc:spChg>
      </pc:sldChg>
      <pc:sldChg chg="modSp mod">
        <pc:chgData name="Divyasree mathpati" userId="d18b581d820ad13f" providerId="LiveId" clId="{B73305BD-332D-4B66-8F3D-4D43A368B93E}" dt="2026-05-15T19:35:43.085" v="127" actId="5793"/>
        <pc:sldMkLst>
          <pc:docMk/>
          <pc:sldMk cId="1190654719" sldId="276"/>
        </pc:sldMkLst>
        <pc:spChg chg="mod">
          <ac:chgData name="Divyasree mathpati" userId="d18b581d820ad13f" providerId="LiveId" clId="{B73305BD-332D-4B66-8F3D-4D43A368B93E}" dt="2026-05-15T19:35:43.085" v="127" actId="5793"/>
          <ac:spMkLst>
            <pc:docMk/>
            <pc:sldMk cId="1190654719" sldId="276"/>
            <ac:spMk id="3" creationId="{00000000-0000-0000-0000-000000000000}"/>
          </ac:spMkLst>
        </pc:spChg>
      </pc:sldChg>
      <pc:sldChg chg="modSp mod">
        <pc:chgData name="Divyasree mathpati" userId="d18b581d820ad13f" providerId="LiveId" clId="{B73305BD-332D-4B66-8F3D-4D43A368B93E}" dt="2026-05-15T19:35:33.457" v="123" actId="5793"/>
        <pc:sldMkLst>
          <pc:docMk/>
          <pc:sldMk cId="2801999941" sldId="277"/>
        </pc:sldMkLst>
        <pc:spChg chg="mod">
          <ac:chgData name="Divyasree mathpati" userId="d18b581d820ad13f" providerId="LiveId" clId="{B73305BD-332D-4B66-8F3D-4D43A368B93E}" dt="2026-05-15T19:35:33.457" v="123" actId="5793"/>
          <ac:spMkLst>
            <pc:docMk/>
            <pc:sldMk cId="2801999941" sldId="277"/>
            <ac:spMk id="3" creationId="{00000000-0000-0000-0000-000000000000}"/>
          </ac:spMkLst>
        </pc:spChg>
      </pc:sldChg>
      <pc:sldChg chg="addSp modSp mod">
        <pc:chgData name="Divyasree mathpati" userId="d18b581d820ad13f" providerId="LiveId" clId="{B73305BD-332D-4B66-8F3D-4D43A368B93E}" dt="2026-05-15T19:24:54.870" v="23" actId="14100"/>
        <pc:sldMkLst>
          <pc:docMk/>
          <pc:sldMk cId="3099410600" sldId="278"/>
        </pc:sldMkLst>
        <pc:spChg chg="mod">
          <ac:chgData name="Divyasree mathpati" userId="d18b581d820ad13f" providerId="LiveId" clId="{B73305BD-332D-4B66-8F3D-4D43A368B93E}" dt="2026-05-15T19:24:36.778" v="19" actId="14100"/>
          <ac:spMkLst>
            <pc:docMk/>
            <pc:sldMk cId="3099410600" sldId="278"/>
            <ac:spMk id="3" creationId="{00000000-0000-0000-0000-000000000000}"/>
          </ac:spMkLst>
        </pc:spChg>
        <pc:picChg chg="add mod">
          <ac:chgData name="Divyasree mathpati" userId="d18b581d820ad13f" providerId="LiveId" clId="{B73305BD-332D-4B66-8F3D-4D43A368B93E}" dt="2026-05-15T19:24:54.870" v="23" actId="14100"/>
          <ac:picMkLst>
            <pc:docMk/>
            <pc:sldMk cId="3099410600" sldId="278"/>
            <ac:picMk id="5" creationId="{25EC8BF1-DA97-F9D4-A5F6-F84F929BB8DF}"/>
          </ac:picMkLst>
        </pc:picChg>
      </pc:sldChg>
      <pc:sldChg chg="addSp delSp modSp mod">
        <pc:chgData name="Divyasree mathpati" userId="d18b581d820ad13f" providerId="LiveId" clId="{B73305BD-332D-4B66-8F3D-4D43A368B93E}" dt="2026-05-15T19:30:53.267" v="70" actId="14100"/>
        <pc:sldMkLst>
          <pc:docMk/>
          <pc:sldMk cId="3179974465" sldId="279"/>
        </pc:sldMkLst>
        <pc:spChg chg="add del mod">
          <ac:chgData name="Divyasree mathpati" userId="d18b581d820ad13f" providerId="LiveId" clId="{B73305BD-332D-4B66-8F3D-4D43A368B93E}" dt="2026-05-15T19:26:39.235" v="47" actId="27636"/>
          <ac:spMkLst>
            <pc:docMk/>
            <pc:sldMk cId="3179974465" sldId="279"/>
            <ac:spMk id="3" creationId="{00000000-0000-0000-0000-000000000000}"/>
          </ac:spMkLst>
        </pc:spChg>
        <pc:spChg chg="add del mod">
          <ac:chgData name="Divyasree mathpati" userId="d18b581d820ad13f" providerId="LiveId" clId="{B73305BD-332D-4B66-8F3D-4D43A368B93E}" dt="2026-05-15T19:26:11.087" v="40" actId="478"/>
          <ac:spMkLst>
            <pc:docMk/>
            <pc:sldMk cId="3179974465" sldId="279"/>
            <ac:spMk id="5" creationId="{FFE0F47E-1E38-AFB1-364E-74A5E54E8633}"/>
          </ac:spMkLst>
        </pc:spChg>
        <pc:spChg chg="add del mod">
          <ac:chgData name="Divyasree mathpati" userId="d18b581d820ad13f" providerId="LiveId" clId="{B73305BD-332D-4B66-8F3D-4D43A368B93E}" dt="2026-05-15T19:26:10.578" v="39" actId="22"/>
          <ac:spMkLst>
            <pc:docMk/>
            <pc:sldMk cId="3179974465" sldId="279"/>
            <ac:spMk id="7" creationId="{A77FB9DD-3971-A9CF-19F2-9DFB5AB8A04A}"/>
          </ac:spMkLst>
        </pc:spChg>
        <pc:picChg chg="add del mod">
          <ac:chgData name="Divyasree mathpati" userId="d18b581d820ad13f" providerId="LiveId" clId="{B73305BD-332D-4B66-8F3D-4D43A368B93E}" dt="2026-05-15T19:29:42.077" v="55" actId="478"/>
          <ac:picMkLst>
            <pc:docMk/>
            <pc:sldMk cId="3179974465" sldId="279"/>
            <ac:picMk id="9" creationId="{1DB68FED-D102-0B55-8899-852927CCDE54}"/>
          </ac:picMkLst>
        </pc:picChg>
        <pc:picChg chg="add mod">
          <ac:chgData name="Divyasree mathpati" userId="d18b581d820ad13f" providerId="LiveId" clId="{B73305BD-332D-4B66-8F3D-4D43A368B93E}" dt="2026-05-15T19:30:53.267" v="70" actId="14100"/>
          <ac:picMkLst>
            <pc:docMk/>
            <pc:sldMk cId="3179974465" sldId="279"/>
            <ac:picMk id="11" creationId="{31F9E189-F941-80E2-375B-D70F57A0943F}"/>
          </ac:picMkLst>
        </pc:picChg>
      </pc:sldChg>
      <pc:sldChg chg="addSp modSp mod">
        <pc:chgData name="Divyasree mathpati" userId="d18b581d820ad13f" providerId="LiveId" clId="{B73305BD-332D-4B66-8F3D-4D43A368B93E}" dt="2026-05-15T19:33:52.132" v="84" actId="1076"/>
        <pc:sldMkLst>
          <pc:docMk/>
          <pc:sldMk cId="674404494" sldId="280"/>
        </pc:sldMkLst>
        <pc:spChg chg="mod">
          <ac:chgData name="Divyasree mathpati" userId="d18b581d820ad13f" providerId="LiveId" clId="{B73305BD-332D-4B66-8F3D-4D43A368B93E}" dt="2026-05-15T19:33:41.228" v="81" actId="1076"/>
          <ac:spMkLst>
            <pc:docMk/>
            <pc:sldMk cId="674404494" sldId="280"/>
            <ac:spMk id="3" creationId="{00000000-0000-0000-0000-000000000000}"/>
          </ac:spMkLst>
        </pc:spChg>
        <pc:picChg chg="add mod">
          <ac:chgData name="Divyasree mathpati" userId="d18b581d820ad13f" providerId="LiveId" clId="{B73305BD-332D-4B66-8F3D-4D43A368B93E}" dt="2026-05-15T19:33:52.132" v="84" actId="1076"/>
          <ac:picMkLst>
            <pc:docMk/>
            <pc:sldMk cId="674404494" sldId="280"/>
            <ac:picMk id="4" creationId="{C8149B84-8091-E888-8A8A-928088B6C28C}"/>
          </ac:picMkLst>
        </pc:picChg>
      </pc:sldChg>
      <pc:sldChg chg="modSp mod">
        <pc:chgData name="Divyasree mathpati" userId="d18b581d820ad13f" providerId="LiveId" clId="{B73305BD-332D-4B66-8F3D-4D43A368B93E}" dt="2026-05-15T19:35:03.830" v="115" actId="255"/>
        <pc:sldMkLst>
          <pc:docMk/>
          <pc:sldMk cId="311927090" sldId="281"/>
        </pc:sldMkLst>
        <pc:spChg chg="mod">
          <ac:chgData name="Divyasree mathpati" userId="d18b581d820ad13f" providerId="LiveId" clId="{B73305BD-332D-4B66-8F3D-4D43A368B93E}" dt="2026-05-15T19:35:03.830" v="115" actId="255"/>
          <ac:spMkLst>
            <pc:docMk/>
            <pc:sldMk cId="311927090" sldId="281"/>
            <ac:spMk id="4" creationId="{00000000-0000-0000-0000-000000000000}"/>
          </ac:spMkLst>
        </pc:spChg>
      </pc:sldChg>
      <pc:sldChg chg="modSp mod">
        <pc:chgData name="Divyasree mathpati" userId="d18b581d820ad13f" providerId="LiveId" clId="{B73305BD-332D-4B66-8F3D-4D43A368B93E}" dt="2026-05-15T19:35:17.896" v="119" actId="5793"/>
        <pc:sldMkLst>
          <pc:docMk/>
          <pc:sldMk cId="407356617" sldId="283"/>
        </pc:sldMkLst>
        <pc:spChg chg="mod">
          <ac:chgData name="Divyasree mathpati" userId="d18b581d820ad13f" providerId="LiveId" clId="{B73305BD-332D-4B66-8F3D-4D43A368B93E}" dt="2026-05-15T19:35:17.896" v="119" actId="5793"/>
          <ac:spMkLst>
            <pc:docMk/>
            <pc:sldMk cId="407356617" sldId="28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D3E74-620E-448D-9CB8-03A62E91A016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6AAB4-E5DE-4EFD-9F65-EFA344F510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57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8B528B-B34F-4B88-8010-3B17FC4A46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7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62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856" y="2503488"/>
            <a:ext cx="7772400" cy="954527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6637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8285252" cy="114617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876BD6B-EE0A-40F6-8593-D552FCFF208B}"/>
              </a:ext>
            </a:extLst>
          </p:cNvPr>
          <p:cNvSpPr txBox="1">
            <a:spLocks/>
          </p:cNvSpPr>
          <p:nvPr userDrawn="1"/>
        </p:nvSpPr>
        <p:spPr>
          <a:xfrm>
            <a:off x="10983074" y="6356350"/>
            <a:ext cx="370726" cy="501650"/>
          </a:xfrm>
          <a:prstGeom prst="rect">
            <a:avLst/>
          </a:prstGeom>
          <a:solidFill>
            <a:srgbClr val="9D1D59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D3D21A-7D3D-4DED-9A48-B2ED06BDD9FF}" type="slidenum">
              <a:rPr lang="en-IN" smtClean="0">
                <a:solidFill>
                  <a:schemeClr val="bg1"/>
                </a:solidFill>
              </a:rPr>
              <a:pPr/>
              <a:t>‹#›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33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88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1515"/>
            <a:ext cx="8382441" cy="10695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99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264703" cy="113590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495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6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6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6375-37E4-4626-831E-AA0B25D7674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35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02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24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2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m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B3BD5-9F6B-4A8C-8B58-7F8FBE2DDFB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C6375-37E4-4626-831E-AA0B25D7674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76BD6B-EE0A-40F6-8593-D552FCFF208B}"/>
              </a:ext>
            </a:extLst>
          </p:cNvPr>
          <p:cNvSpPr txBox="1">
            <a:spLocks/>
          </p:cNvSpPr>
          <p:nvPr userDrawn="1"/>
        </p:nvSpPr>
        <p:spPr>
          <a:xfrm>
            <a:off x="10983074" y="6356350"/>
            <a:ext cx="370726" cy="501650"/>
          </a:xfrm>
          <a:prstGeom prst="rect">
            <a:avLst/>
          </a:prstGeom>
          <a:solidFill>
            <a:srgbClr val="9D1D59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D3D21A-7D3D-4DED-9A48-B2ED06BDD9FF}" type="slidenum">
              <a:rPr lang="en-IN" smtClean="0">
                <a:solidFill>
                  <a:schemeClr val="bg1"/>
                </a:solidFill>
              </a:rPr>
              <a:pPr/>
              <a:t>‹#›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76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23591" y="1736532"/>
            <a:ext cx="8508867" cy="1828800"/>
          </a:xfrm>
        </p:spPr>
        <p:txBody>
          <a:bodyPr anchor="ctr"/>
          <a:lstStyle/>
          <a:p>
            <a:pPr eaLnBrk="1" hangingPunct="1"/>
            <a:r>
              <a:rPr lang="en-US" altLang="en-US" sz="6000" b="1" dirty="0">
                <a:solidFill>
                  <a:schemeClr val="bg1"/>
                </a:solidFill>
              </a:rPr>
              <a:t>INTERNSHIP PRESENTATION</a:t>
            </a:r>
            <a:endParaRPr lang="en-US" altLang="en-US" sz="2400" b="1" dirty="0">
              <a:solidFill>
                <a:srgbClr val="FFFF00"/>
              </a:solidFill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47013" y="4929810"/>
            <a:ext cx="4921623" cy="46166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chemeClr val="bg1"/>
                </a:solidFill>
                <a:latin typeface="+mn-lt"/>
              </a:rPr>
              <a:t>Date of Presentation:25-05-2026</a:t>
            </a:r>
          </a:p>
        </p:txBody>
      </p:sp>
    </p:spTree>
    <p:extLst>
      <p:ext uri="{BB962C8B-B14F-4D97-AF65-F5344CB8AC3E}">
        <p14:creationId xmlns:p14="http://schemas.microsoft.com/office/powerpoint/2010/main" val="16921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756" y="3578606"/>
            <a:ext cx="7776864" cy="27857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818030" y="841696"/>
            <a:ext cx="8915400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en-US" sz="4000" b="1" dirty="0">
                <a:solidFill>
                  <a:srgbClr val="FF0000"/>
                </a:solidFill>
                <a:latin typeface="+mn-lt"/>
              </a:rPr>
              <a:t>Student Details</a:t>
            </a:r>
          </a:p>
        </p:txBody>
      </p:sp>
      <p:sp>
        <p:nvSpPr>
          <p:cNvPr id="2" name="Rectangle 1"/>
          <p:cNvSpPr/>
          <p:nvPr/>
        </p:nvSpPr>
        <p:spPr>
          <a:xfrm>
            <a:off x="956740" y="2015066"/>
            <a:ext cx="10541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Student Name : Divyashree</a:t>
            </a:r>
          </a:p>
          <a:p>
            <a:pPr>
              <a:lnSpc>
                <a:spcPct val="150000"/>
              </a:lnSpc>
            </a:pPr>
            <a:r>
              <a:rPr lang="en-US" dirty="0"/>
              <a:t>Registration no. : 24ETEC004009</a:t>
            </a:r>
          </a:p>
          <a:p>
            <a:pPr>
              <a:lnSpc>
                <a:spcPct val="150000"/>
              </a:lnSpc>
            </a:pPr>
            <a:r>
              <a:rPr lang="en-US" dirty="0"/>
              <a:t>Faculty : Faculty of Engineering and Technology</a:t>
            </a:r>
          </a:p>
          <a:p>
            <a:pPr>
              <a:lnSpc>
                <a:spcPct val="150000"/>
              </a:lnSpc>
            </a:pPr>
            <a:r>
              <a:rPr lang="en-US" dirty="0"/>
              <a:t>Department : Electronics and Communication Engineering (ECE)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Programme</a:t>
            </a:r>
            <a:r>
              <a:rPr lang="en-US" dirty="0"/>
              <a:t> : Bachelor of Technology (</a:t>
            </a:r>
            <a:r>
              <a:rPr lang="en-US" dirty="0" err="1"/>
              <a:t>B.Tech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Batch : 2024–2028</a:t>
            </a:r>
          </a:p>
        </p:txBody>
      </p:sp>
    </p:spTree>
    <p:extLst>
      <p:ext uri="{BB962C8B-B14F-4D97-AF65-F5344CB8AC3E}">
        <p14:creationId xmlns:p14="http://schemas.microsoft.com/office/powerpoint/2010/main" val="349300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223" y="1917009"/>
            <a:ext cx="8915400" cy="3434921"/>
          </a:xfrm>
        </p:spPr>
        <p:txBody>
          <a:bodyPr>
            <a:norm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Place of Internship</a:t>
            </a:r>
          </a:p>
          <a:p>
            <a:pPr marL="0" indent="0">
              <a:buNone/>
            </a:pPr>
            <a:r>
              <a:rPr lang="en-IN" sz="1800" dirty="0"/>
              <a:t>    Cranes Varsity Bengaluru, Karnataka, India</a:t>
            </a:r>
            <a:r>
              <a:rPr lang="en-IN" dirty="0"/>
              <a:t>.</a:t>
            </a:r>
            <a:endParaRPr lang="en-GB" dirty="0"/>
          </a:p>
          <a:p>
            <a:pPr>
              <a:buNone/>
            </a:pPr>
            <a:endParaRPr lang="en-GB" dirty="0"/>
          </a:p>
          <a:p>
            <a:r>
              <a:rPr lang="en-GB" sz="2000" b="1" dirty="0">
                <a:solidFill>
                  <a:srgbClr val="FF0000"/>
                </a:solidFill>
              </a:rPr>
              <a:t>Name of the Industrial Mentor/s:</a:t>
            </a:r>
          </a:p>
          <a:p>
            <a:pPr marL="0" indent="0">
              <a:buNone/>
            </a:pPr>
            <a:r>
              <a:rPr lang="en-IN" sz="1800" dirty="0"/>
              <a:t>    Harsha G (Program Manager)</a:t>
            </a:r>
            <a:endParaRPr lang="en-GB" sz="1800" b="1" dirty="0">
              <a:solidFill>
                <a:srgbClr val="FF0000"/>
              </a:solidFill>
            </a:endParaRPr>
          </a:p>
          <a:p>
            <a:pPr lvl="1">
              <a:buNone/>
            </a:pP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401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767" y="825968"/>
            <a:ext cx="8915400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+mn-lt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767" y="1971038"/>
            <a:ext cx="8915400" cy="4133927"/>
          </a:xfrm>
        </p:spPr>
        <p:txBody>
          <a:bodyPr>
            <a:normAutofit/>
          </a:bodyPr>
          <a:lstStyle/>
          <a:p>
            <a:r>
              <a:rPr lang="en-GB" sz="1800" dirty="0"/>
              <a:t>Introduction to Organisation</a:t>
            </a:r>
          </a:p>
          <a:p>
            <a:r>
              <a:rPr lang="en-GB" sz="1800" dirty="0"/>
              <a:t>Organisational Structure</a:t>
            </a:r>
          </a:p>
          <a:p>
            <a:r>
              <a:rPr lang="en-GB" sz="1800" dirty="0"/>
              <a:t>Business Activity and Product/Service Portfolio</a:t>
            </a:r>
          </a:p>
          <a:p>
            <a:r>
              <a:rPr lang="en-GB" sz="1800" dirty="0"/>
              <a:t>Competencies and Talent Management</a:t>
            </a:r>
          </a:p>
          <a:p>
            <a:r>
              <a:rPr lang="en-GB" sz="1800" dirty="0"/>
              <a:t>My Internship Work </a:t>
            </a:r>
          </a:p>
          <a:p>
            <a:r>
              <a:rPr lang="en-GB" sz="1800" dirty="0"/>
              <a:t>Learning Experience and Relevance</a:t>
            </a:r>
          </a:p>
          <a:p>
            <a:r>
              <a:rPr lang="en-GB" sz="1800" dirty="0"/>
              <a:t>Conclusions</a:t>
            </a:r>
          </a:p>
          <a:p>
            <a:r>
              <a:rPr lang="en-GB" sz="1800" dirty="0"/>
              <a:t>Suggestions for future internship work in the organisation</a:t>
            </a:r>
          </a:p>
        </p:txBody>
      </p:sp>
    </p:spTree>
    <p:extLst>
      <p:ext uri="{BB962C8B-B14F-4D97-AF65-F5344CB8AC3E}">
        <p14:creationId xmlns:p14="http://schemas.microsoft.com/office/powerpoint/2010/main" val="113541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476" y="860992"/>
            <a:ext cx="8915400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+mn-lt"/>
              </a:rPr>
              <a:t>Introduction to Organisation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476" y="2083388"/>
            <a:ext cx="8915400" cy="3752636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Internship Organization: Cranes Varsity Pvt Ltd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  <a:defRPr sz="1800"/>
            </a:pPr>
            <a:r>
              <a:rPr dirty="0"/>
              <a:t>• Provides technical training, internships, and industry-oriented projects.</a:t>
            </a:r>
          </a:p>
          <a:p>
            <a:pPr marL="0" indent="0">
              <a:buNone/>
              <a:defRPr sz="1800"/>
            </a:pPr>
            <a:r>
              <a:rPr dirty="0"/>
              <a:t>• Focuses on embedded systems, IoT, VLSI, PCB design, and programming.</a:t>
            </a:r>
          </a:p>
          <a:p>
            <a:pPr marL="0" indent="0">
              <a:buNone/>
              <a:defRPr sz="1800"/>
            </a:pPr>
            <a:r>
              <a:rPr dirty="0"/>
              <a:t>• Helps students gain practical exposure to real-world engineering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359049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477" y="839414"/>
            <a:ext cx="8460441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+mn-lt"/>
              </a:rPr>
              <a:t>Organisational Structure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888805"/>
              </p:ext>
            </p:extLst>
          </p:nvPr>
        </p:nvGraphicFramePr>
        <p:xfrm>
          <a:off x="821266" y="2277535"/>
          <a:ext cx="8925984" cy="27665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4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5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085">
                <a:tc>
                  <a:txBody>
                    <a:bodyPr/>
                    <a:lstStyle/>
                    <a:p>
                      <a:r>
                        <a:rPr lang="en-IN" sz="1500" dirty="0"/>
                        <a:t>Level</a:t>
                      </a:r>
                    </a:p>
                  </a:txBody>
                  <a:tcPr marL="77525" marR="77525" marT="38763" marB="38763" anchor="ctr"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Department / Role</a:t>
                      </a:r>
                    </a:p>
                  </a:txBody>
                  <a:tcPr marL="77525" marR="77525" marT="38763" marB="3876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85">
                <a:tc>
                  <a:txBody>
                    <a:bodyPr/>
                    <a:lstStyle/>
                    <a:p>
                      <a:r>
                        <a:rPr lang="en-IN" sz="1500" dirty="0"/>
                        <a:t>1</a:t>
                      </a:r>
                    </a:p>
                  </a:txBody>
                  <a:tcPr marL="77525" marR="77525" marT="38763" marB="38763" anchor="ctr"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Management Team</a:t>
                      </a:r>
                    </a:p>
                  </a:txBody>
                  <a:tcPr marL="77525" marR="77525" marT="38763" marB="3876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85">
                <a:tc>
                  <a:txBody>
                    <a:bodyPr/>
                    <a:lstStyle/>
                    <a:p>
                      <a:r>
                        <a:rPr lang="en-IN" sz="1500"/>
                        <a:t>2</a:t>
                      </a:r>
                    </a:p>
                  </a:txBody>
                  <a:tcPr marL="77525" marR="77525" marT="38763" marB="38763" anchor="ctr"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Trainers / Mentors</a:t>
                      </a:r>
                    </a:p>
                  </a:txBody>
                  <a:tcPr marL="77525" marR="77525" marT="38763" marB="3876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85">
                <a:tc>
                  <a:txBody>
                    <a:bodyPr/>
                    <a:lstStyle/>
                    <a:p>
                      <a:r>
                        <a:rPr lang="en-IN" sz="1500"/>
                        <a:t>3</a:t>
                      </a:r>
                    </a:p>
                  </a:txBody>
                  <a:tcPr marL="77525" marR="77525" marT="38763" marB="38763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Technical Support Team</a:t>
                      </a:r>
                    </a:p>
                  </a:txBody>
                  <a:tcPr marL="77525" marR="77525" marT="38763" marB="3876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85">
                <a:tc>
                  <a:txBody>
                    <a:bodyPr/>
                    <a:lstStyle/>
                    <a:p>
                      <a:r>
                        <a:rPr lang="en-IN" sz="1500"/>
                        <a:t>4</a:t>
                      </a:r>
                    </a:p>
                  </a:txBody>
                  <a:tcPr marL="77525" marR="77525" marT="38763" marB="38763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Internship Coordinators</a:t>
                      </a:r>
                    </a:p>
                  </a:txBody>
                  <a:tcPr marL="77525" marR="77525" marT="38763" marB="3876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085">
                <a:tc>
                  <a:txBody>
                    <a:bodyPr/>
                    <a:lstStyle/>
                    <a:p>
                      <a:r>
                        <a:rPr lang="en-IN" sz="1500"/>
                        <a:t>5</a:t>
                      </a:r>
                    </a:p>
                  </a:txBody>
                  <a:tcPr marL="77525" marR="77525" marT="38763" marB="38763" anchor="ctr"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Students / Interns</a:t>
                      </a:r>
                    </a:p>
                  </a:txBody>
                  <a:tcPr marL="77525" marR="77525" marT="38763" marB="3876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43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817" y="376518"/>
            <a:ext cx="8487336" cy="109697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+mn-lt"/>
              </a:rPr>
              <a:t>Business Activity and Product / Service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264" y="1930697"/>
            <a:ext cx="8915400" cy="383809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Internship and industrial training programs</a:t>
            </a:r>
            <a:endParaRPr lang="en-US"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Academic and industry projects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Workshops on Arduino, IoT, PCB Design, and Embedded Systems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Technical consulting and 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19065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371" y="457200"/>
            <a:ext cx="8003241" cy="10028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+mn-lt"/>
              </a:rPr>
              <a:t>Competencies and Talent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6909" y="1791247"/>
            <a:ext cx="10047194" cy="40801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Hands-on technical training</a:t>
            </a:r>
            <a:endParaRPr lang="en-US"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Team collaboration and communication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Project planning and documentation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Mentor guidance and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2801999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924" y="825967"/>
            <a:ext cx="8446994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+mn-lt"/>
              </a:rPr>
              <a:t>My Internship 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331" y="1947863"/>
            <a:ext cx="9227541" cy="373059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defRPr sz="1800"/>
            </a:pPr>
            <a:r>
              <a:rPr dirty="0"/>
              <a:t>Project Title: Smart Automatic Gate Control System using Arduino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US" sz="2000" dirty="0"/>
              <a:t>Worked on the project Smart Automatic Gate Control System using Arduino.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Designed and implemented an automated gate opening and closing system.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Integrated hardware components such as Arduino Uno, Ultrasonic Sensor, Servo Motor, and LCD Display.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Tested the system under different distance conditions.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Debugged circuit connections and corrected programming errors.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Demonstrated the final working model successfully. </a:t>
            </a:r>
          </a:p>
          <a:p>
            <a:pPr>
              <a:defRPr sz="1800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9410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988" y="1724025"/>
            <a:ext cx="4164012" cy="46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1371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924" y="852861"/>
            <a:ext cx="8541123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+mn-lt"/>
              </a:rPr>
              <a:t>Learning Experience and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531" y="1679511"/>
            <a:ext cx="9509220" cy="38985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Learned practical implementation of </a:t>
            </a:r>
            <a:r>
              <a:rPr lang="en-US" sz="1800" b="1" dirty="0"/>
              <a:t>Embedded Systems</a:t>
            </a:r>
            <a:r>
              <a:rPr lang="en-US" sz="1800" dirty="0"/>
              <a:t> concepts.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Gained hands-on experience with </a:t>
            </a:r>
            <a:r>
              <a:rPr lang="en-US" sz="1800" b="1" dirty="0"/>
              <a:t>Arduino programming</a:t>
            </a:r>
            <a:r>
              <a:rPr lang="en-US" sz="1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Understood how </a:t>
            </a:r>
            <a:r>
              <a:rPr lang="en-US" sz="1800" b="1" dirty="0"/>
              <a:t>Ultrasonic Sensors</a:t>
            </a:r>
            <a:r>
              <a:rPr lang="en-US" sz="1800" dirty="0"/>
              <a:t> detect objects using sound waves.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Learned how to control a </a:t>
            </a:r>
            <a:r>
              <a:rPr lang="en-US" sz="1800" b="1" dirty="0"/>
              <a:t>Servo Motor</a:t>
            </a:r>
            <a:r>
              <a:rPr lang="en-US" sz="1800" dirty="0"/>
              <a:t> for precise gate movement.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Worked with </a:t>
            </a:r>
            <a:r>
              <a:rPr lang="en-US" sz="1800" b="1" dirty="0"/>
              <a:t>LCD interfacing</a:t>
            </a:r>
            <a:r>
              <a:rPr lang="en-US" sz="1800" dirty="0"/>
              <a:t> to display real-time system status.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Improved knowledge of automation and smart control systems.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Developed troubleshooting and problem-solving skills. </a:t>
            </a:r>
          </a:p>
          <a:p>
            <a:pPr>
              <a:defRPr sz="18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9974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connections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149B84-8091-E888-8A8A-928088B6C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3460" y="2077077"/>
            <a:ext cx="6005080" cy="38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72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9252" y="1825625"/>
            <a:ext cx="57934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47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612" y="839414"/>
            <a:ext cx="8431306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+mn-lt"/>
              </a:rP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216" y="1941585"/>
            <a:ext cx="8724900" cy="405324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Successfully developed a working automatic gate control system.</a:t>
            </a:r>
            <a:endParaRPr lang="en-US"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Reduced the need for manual gate operation.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Demonstrated practical application of embedded systems.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Internship provided valuable industry-oriented experience.</a:t>
            </a:r>
          </a:p>
        </p:txBody>
      </p:sp>
    </p:spTree>
    <p:extLst>
      <p:ext uri="{BB962C8B-B14F-4D97-AF65-F5344CB8AC3E}">
        <p14:creationId xmlns:p14="http://schemas.microsoft.com/office/powerpoint/2010/main" val="674404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264" y="389467"/>
            <a:ext cx="8334936" cy="109540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+mn-lt"/>
              </a:rPr>
              <a:t>Suggestions for future internship work in the organisation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98711" y="1841513"/>
            <a:ext cx="9939617" cy="46613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sz="1800" dirty="0"/>
              <a:t>• Provide more advanced projects using IoT and AI.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sz="1800" dirty="0"/>
              <a:t>• Include industrial visits and live demonstrations.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sz="1800" dirty="0"/>
              <a:t>• Extend internship duration for deeper learning.</a:t>
            </a:r>
          </a:p>
          <a:p>
            <a:pPr>
              <a:lnSpc>
                <a:spcPct val="150000"/>
              </a:lnSpc>
              <a:defRPr sz="1800"/>
            </a:pPr>
            <a:r>
              <a:rPr sz="1800" dirty="0"/>
              <a:t>Conduct additional sessions on PCB design and testing.</a:t>
            </a:r>
          </a:p>
        </p:txBody>
      </p:sp>
    </p:spTree>
    <p:extLst>
      <p:ext uri="{BB962C8B-B14F-4D97-AF65-F5344CB8AC3E}">
        <p14:creationId xmlns:p14="http://schemas.microsoft.com/office/powerpoint/2010/main" val="311927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818" y="839414"/>
            <a:ext cx="8420100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+mn-lt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818" y="1886455"/>
            <a:ext cx="8915400" cy="42050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Arduino Official Documentation</a:t>
            </a:r>
            <a:endParaRPr lang="en-US"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Ultrasonic Sensor HC-SR04 Datasheet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Servo Motor SG90 Datasheet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dirty="0"/>
              <a:t>• Guidance from Industrial Mentor</a:t>
            </a:r>
          </a:p>
        </p:txBody>
      </p:sp>
    </p:spTree>
    <p:extLst>
      <p:ext uri="{BB962C8B-B14F-4D97-AF65-F5344CB8AC3E}">
        <p14:creationId xmlns:p14="http://schemas.microsoft.com/office/powerpoint/2010/main" val="407356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818" y="852861"/>
            <a:ext cx="8473888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+mn-lt"/>
              </a:rP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818" y="1887370"/>
            <a:ext cx="8915400" cy="420116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dirty="0"/>
              <a:t>I would like to express my sincere gratitude to all the trainers and mentors for their valuable guidance, support, and encouragement throughout the project work. I also thank my faculty members, friends, and team members for their continuous cooperation and motivation during the successful completion of the project titled </a:t>
            </a:r>
            <a:r>
              <a:rPr lang="en-US" b="1" dirty="0"/>
              <a:t>“Smart Automatic Gate System using Arduino.”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613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rgbClr val="C00000"/>
            </a:gs>
            <a:gs pos="100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24916" y="2810852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500" b="1" dirty="0">
                <a:solidFill>
                  <a:schemeClr val="bg1"/>
                </a:solidFill>
                <a:latin typeface="Flama Black" panose="02000000000000000000" pitchFamily="50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66153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553</Words>
  <Application>Microsoft Office PowerPoint</Application>
  <PresentationFormat>Widescreen</PresentationFormat>
  <Paragraphs>89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Flama Black</vt:lpstr>
      <vt:lpstr>Office Theme</vt:lpstr>
      <vt:lpstr>INTERNSHIP PRESENTATION</vt:lpstr>
      <vt:lpstr>Student Details</vt:lpstr>
      <vt:lpstr>PowerPoint Presentation</vt:lpstr>
      <vt:lpstr>Outline</vt:lpstr>
      <vt:lpstr>Introduction to Organisation</vt:lpstr>
      <vt:lpstr>Organisational Structure</vt:lpstr>
      <vt:lpstr>Business Activity and Product / Service Portfolio</vt:lpstr>
      <vt:lpstr>Competencies and Talent Management</vt:lpstr>
      <vt:lpstr>My Internship Work </vt:lpstr>
      <vt:lpstr>Flowchart</vt:lpstr>
      <vt:lpstr>Learning Experience and Relevance</vt:lpstr>
      <vt:lpstr>Circuit connections</vt:lpstr>
      <vt:lpstr>PowerPoint Presentation</vt:lpstr>
      <vt:lpstr>Conclusions</vt:lpstr>
      <vt:lpstr>Suggestions for future internship work in the organisation</vt:lpstr>
      <vt:lpstr>References</vt:lpstr>
      <vt:lpstr>Acknowledgement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keywords>niriksha</cp:keywords>
  <cp:lastModifiedBy>Divyasree mathpati</cp:lastModifiedBy>
  <cp:revision>23</cp:revision>
  <dcterms:created xsi:type="dcterms:W3CDTF">2021-10-27T08:40:39Z</dcterms:created>
  <dcterms:modified xsi:type="dcterms:W3CDTF">2026-05-24T14:29:14Z</dcterms:modified>
</cp:coreProperties>
</file>